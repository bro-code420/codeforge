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ac859277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ac859277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ac859277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ac859277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ac859277c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ac859277c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c859277c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ac859277c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ac859277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ac859277c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c859277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ac859277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c859277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c859277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1747"/>
            <a:ext cx="9144000" cy="299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6475" y="0"/>
            <a:ext cx="1127525" cy="5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2976650"/>
            <a:ext cx="204439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2"/>
                </a:solidFill>
              </a:rPr>
              <a:t>Team Name: 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002125" y="2976650"/>
            <a:ext cx="1850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Problem Code: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0" y="3400850"/>
            <a:ext cx="31122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Problem Statement Title: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3825050"/>
            <a:ext cx="31122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Team Members: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0" y="4719300"/>
            <a:ext cx="31122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College / Institution: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0" y="0"/>
            <a:ext cx="1850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The Problem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723122" y="1525529"/>
            <a:ext cx="5080500" cy="1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Problem in your own words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Real-world context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Who is affected?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Why existing approaches are insufficient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dirty="0">
                <a:solidFill>
                  <a:schemeClr val="dk2"/>
                </a:solidFill>
              </a:rPr>
              <a:t>One clear problem statement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Problem Decomposition 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1834634" y="1421451"/>
            <a:ext cx="5080500" cy="1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Core technical problem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Assumptions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Known constraints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Important edge cases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What makes the problem difficult?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Research &amp; Prior Art (Optional)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611610" y="1570134"/>
            <a:ext cx="50805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Existing approaches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Relevant papers / systems / methods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What they do well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Where they fail for this problem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Your identified gap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Proposed Approach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670250" y="1510661"/>
            <a:ext cx="5080500" cy="16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Solution concept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Key idea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Major components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What is novel/different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Core workflow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0" y="0"/>
            <a:ext cx="42105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System Architecture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1729723" y="1327119"/>
            <a:ext cx="5080500" cy="22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Components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Data flow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APIs/services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Storage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Models/algorithms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External dependencies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Security boundaries where relevant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0" y="0"/>
            <a:ext cx="2862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Innovation &amp; Impact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437675" y="665100"/>
            <a:ext cx="5947200" cy="38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</a:rPr>
              <a:t>Innovation</a:t>
            </a:r>
            <a:endParaRPr sz="1600" b="1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What is genuinely different?</a:t>
            </a:r>
            <a:endParaRPr sz="1600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Why is it better?</a:t>
            </a:r>
            <a:endParaRPr sz="1600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What technical insight did you introduce?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chemeClr val="dk2"/>
                </a:solidFill>
              </a:rPr>
              <a:t>Impact</a:t>
            </a:r>
            <a:endParaRPr sz="1600" b="1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Who would use it?</a:t>
            </a:r>
            <a:endParaRPr sz="1600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Where could it be deployed?</a:t>
            </a:r>
            <a:endParaRPr sz="1600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What measurable benefit could it create?</a:t>
            </a:r>
            <a:endParaRPr sz="1600">
              <a:solidFill>
                <a:schemeClr val="dk2"/>
              </a:solidFill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What would be required to move beyond prototype?</a:t>
            </a:r>
            <a:endParaRPr sz="16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/>
        </p:nvSpPr>
        <p:spPr>
          <a:xfrm>
            <a:off x="0" y="0"/>
            <a:ext cx="28707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2"/>
                </a:solidFill>
              </a:rPr>
              <a:t>References (Optional)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0"/>
          <p:cNvSpPr txBox="1"/>
          <p:nvPr/>
        </p:nvSpPr>
        <p:spPr>
          <a:xfrm>
            <a:off x="1797463" y="1596900"/>
            <a:ext cx="5080500" cy="19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Research papers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Standards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Datasets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APIs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Open-source projects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Other technical sources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On-screen Show (16:9)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Devansh Thaware</cp:lastModifiedBy>
  <cp:revision>1</cp:revision>
  <dcterms:modified xsi:type="dcterms:W3CDTF">2026-08-22T14:56:56Z</dcterms:modified>
</cp:coreProperties>
</file>